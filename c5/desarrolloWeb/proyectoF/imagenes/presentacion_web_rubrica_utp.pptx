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529"/>
                </a:solidFill>
              </a:defRPr>
            </a:pPr>
            <a:r>
              <a:t>Presentación del Proyecto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2° Avance – Taller de Programación Web (UTP)</a:t>
            </a:r>
          </a:p>
          <a:p>
            <a:r>
              <a:t>Integrantes | Curso | Docente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Objetivo del Sitio Web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Propósito de la página web</a:t>
            </a:r>
          </a:p>
          <a:p>
            <a:r>
              <a:t>Público objetivo</a:t>
            </a:r>
          </a:p>
          <a:p>
            <a:r>
              <a:t>Problema o necesidad que resuelve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Estructura General de la Página Web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Explicar header, menú nav, section y footer</a:t>
            </a:r>
          </a:p>
          <a:p>
            <a:r>
              <a:t>Describir navegación y organización del contenido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Diseño Visual y CSS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Paleta de colores</a:t>
            </a:r>
          </a:p>
          <a:p>
            <a:r>
              <a:t>Tipografías utilizadas</a:t>
            </a:r>
          </a:p>
          <a:p>
            <a:r>
              <a:t>Márgenes, alineación y consistencia visual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Tablas e Imágenes con CSS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Explicar tablas usadas</a:t>
            </a:r>
          </a:p>
          <a:p>
            <a:r>
              <a:t>Diseño visual de imágenes</a:t>
            </a:r>
          </a:p>
          <a:p>
            <a:r>
              <a:t>Adaptación y alineación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Formulario de Contacto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Mostrar campos del formulario</a:t>
            </a:r>
          </a:p>
          <a:p>
            <a:r>
              <a:t>Explicar estilos CSS aplicados</a:t>
            </a:r>
          </a:p>
          <a:p>
            <a:r>
              <a:t>Experiencia de usuario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Animaciones, Transiciones y Transformaciones CSS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Hover en botones/enlaces</a:t>
            </a:r>
          </a:p>
          <a:p>
            <a:r>
              <a:t>Efectos visuales implementados</a:t>
            </a:r>
          </a:p>
          <a:p>
            <a:r>
              <a:t>Ejemplos de transición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Diseño Responsivo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Cómo se adapta a móvil/tablet</a:t>
            </a:r>
          </a:p>
          <a:p>
            <a:r>
              <a:t>Uso de media queries</a:t>
            </a:r>
          </a:p>
          <a:p>
            <a:r>
              <a:t>Comparación escritorio vs móvil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Conclusiones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280160"/>
            <a:ext cx="4754880" cy="4389120"/>
          </a:xfrm>
          <a:prstGeom prst="roundRect">
            <a:avLst/>
          </a:prstGeom>
          <a:solidFill>
            <a:srgbClr val="E6EB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⬜ Agrega aquí captura de la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Logros alcanzados</a:t>
            </a:r>
          </a:p>
          <a:p>
            <a:r>
              <a:t>Aspectos por mejorar</a:t>
            </a:r>
          </a:p>
          <a:p>
            <a:r>
              <a:t>Próximos pasos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